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162A-4B02-F40C-8284-E153EC25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F24E428-41C6-711F-F126-DCC0B9D34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37A6FC6-3749-B77D-1FD5-0763ED2279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C53D329-0EEB-9AFF-9646-6AA4CFFD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39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93232" y="-58836"/>
            <a:ext cx="10363200" cy="2076450"/>
          </a:xfrm>
        </p:spPr>
        <p:txBody>
          <a:bodyPr/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HACKSPECTRA  </a:t>
            </a:r>
            <a:r>
              <a:rPr lang="en-US" sz="48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</a:t>
            </a:r>
            <a:br>
              <a:rPr lang="en-US" sz="48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800" b="1" dirty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8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8611" y="1750825"/>
            <a:ext cx="7899711" cy="4167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Smart Parking Management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Smart 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ID-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H48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Rapidash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-10529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3012"/>
            <a:ext cx="2612210" cy="6027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Rapidash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C40ED-2BBC-0711-EFA5-4CB4EC485099}"/>
              </a:ext>
            </a:extLst>
          </p:cNvPr>
          <p:cNvSpPr txBox="1"/>
          <p:nvPr/>
        </p:nvSpPr>
        <p:spPr>
          <a:xfrm>
            <a:off x="968510" y="782698"/>
            <a:ext cx="485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D96A1-D836-CCF2-0B28-35A07EA171B9}"/>
              </a:ext>
            </a:extLst>
          </p:cNvPr>
          <p:cNvSpPr txBox="1"/>
          <p:nvPr/>
        </p:nvSpPr>
        <p:spPr>
          <a:xfrm>
            <a:off x="7016086" y="687497"/>
            <a:ext cx="4296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r>
              <a:rPr lang="en-IN" sz="2400" dirty="0"/>
              <a:t>✅</a:t>
            </a:r>
          </a:p>
        </p:txBody>
      </p:sp>
      <p:pic>
        <p:nvPicPr>
          <p:cNvPr id="2" name="Picture 6" descr="Solution - Free marketing icons">
            <a:extLst>
              <a:ext uri="{FF2B5EF4-FFF2-40B4-BE49-F238E27FC236}">
                <a16:creationId xmlns:a16="http://schemas.microsoft.com/office/drawing/2014/main" id="{E6778247-4840-7515-89E6-2CB01743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11" y="757823"/>
            <a:ext cx="684747" cy="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olution - Free marketing icons">
            <a:extLst>
              <a:ext uri="{FF2B5EF4-FFF2-40B4-BE49-F238E27FC236}">
                <a16:creationId xmlns:a16="http://schemas.microsoft.com/office/drawing/2014/main" id="{90828F89-6A47-922F-B05E-CABA0FE4B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8" y="607990"/>
            <a:ext cx="845373" cy="60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t="8245"/>
          <a:stretch>
            <a:fillRect/>
          </a:stretch>
        </p:blipFill>
        <p:spPr bwMode="auto">
          <a:xfrm>
            <a:off x="232511" y="1583732"/>
            <a:ext cx="5629153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5A28785-EC8A-50A8-205D-DB92F20DDF4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5998" y="1001483"/>
            <a:ext cx="5824339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smart and automated parking system for easy slot finding and reservation.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availability of parking spaces to improve user experience.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book parking slots in advance through a web or mobile application.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enter and manage vehicle details for better tracking and management.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easy option to view, manage, and cancel bookings when required.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panel to manage users, parking slots, bookings, add slots, and pricing efficiently.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online payment integration and refund options for user convenience.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 scalable and suitable for malls, offices, airports, and smart cities.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-235375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91D64B2A-F3F9-5D6F-0D33-A783AC52E7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71624"/>
            <a:ext cx="2303512" cy="6129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Rapidash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ethodology icons for free download | Freepik">
            <a:extLst>
              <a:ext uri="{FF2B5EF4-FFF2-40B4-BE49-F238E27FC236}">
                <a16:creationId xmlns:a16="http://schemas.microsoft.com/office/drawing/2014/main" id="{B4DA780F-12AB-49F5-8F12-25BFB804C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27" y="696591"/>
            <a:ext cx="673893" cy="59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7CB941-EB21-A92D-C7F4-2D9F33465596}"/>
              </a:ext>
            </a:extLst>
          </p:cNvPr>
          <p:cNvSpPr txBox="1"/>
          <p:nvPr/>
        </p:nvSpPr>
        <p:spPr>
          <a:xfrm>
            <a:off x="1113182" y="761938"/>
            <a:ext cx="33494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C8E8FF-5A99-2995-9B50-F920ABB2B4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4" t="8406" b="5652"/>
          <a:stretch>
            <a:fillRect/>
          </a:stretch>
        </p:blipFill>
        <p:spPr>
          <a:xfrm>
            <a:off x="202827" y="1290494"/>
            <a:ext cx="5671930" cy="5028155"/>
          </a:xfrm>
          <a:prstGeom prst="rect">
            <a:avLst/>
          </a:prstGeom>
        </p:spPr>
      </p:pic>
      <p:pic>
        <p:nvPicPr>
          <p:cNvPr id="19" name="Picture 4" descr="Engineering icons for free download | Freepik">
            <a:extLst>
              <a:ext uri="{FF2B5EF4-FFF2-40B4-BE49-F238E27FC236}">
                <a16:creationId xmlns:a16="http://schemas.microsoft.com/office/drawing/2014/main" id="{F7EE0CA8-7316-DB42-4DD3-70B0F9EC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337" y="684590"/>
            <a:ext cx="608476" cy="45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7D207E-D470-FC5E-D88A-B07165C4E818}"/>
              </a:ext>
            </a:extLst>
          </p:cNvPr>
          <p:cNvSpPr txBox="1"/>
          <p:nvPr/>
        </p:nvSpPr>
        <p:spPr>
          <a:xfrm>
            <a:off x="7210992" y="699393"/>
            <a:ext cx="29702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92D54D-8C0D-7B63-EFBB-78F26BAC0FA4}"/>
              </a:ext>
            </a:extLst>
          </p:cNvPr>
          <p:cNvSpPr txBox="1"/>
          <p:nvPr/>
        </p:nvSpPr>
        <p:spPr>
          <a:xfrm>
            <a:off x="6734910" y="1510748"/>
            <a:ext cx="525426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(Structure of pages)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/ Tailwind CSS (Design &amp; UI)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(User interaction &amp; logic)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(Core programming language)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(Web framework for API &amp; server)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(Store users, slots, bookings data)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Communication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(Connect frontend &amp; backend)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(Data format for sending/receiving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68017" y="48975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E11D7C1-8462-C42F-82A7-9399BD9809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22140"/>
            <a:ext cx="2612210" cy="669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Rapidash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BD2E9-8B90-B0F3-76ED-2C59A3CE54E3}"/>
              </a:ext>
            </a:extLst>
          </p:cNvPr>
          <p:cNvSpPr txBox="1"/>
          <p:nvPr/>
        </p:nvSpPr>
        <p:spPr>
          <a:xfrm>
            <a:off x="961253" y="1054255"/>
            <a:ext cx="2919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F2592-E932-A712-E3B9-E2EEC10D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83" y="1003198"/>
            <a:ext cx="720634" cy="697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4437BE-AF13-162C-1762-922F86DEEC45}"/>
              </a:ext>
            </a:extLst>
          </p:cNvPr>
          <p:cNvSpPr txBox="1"/>
          <p:nvPr/>
        </p:nvSpPr>
        <p:spPr>
          <a:xfrm>
            <a:off x="147384" y="1878496"/>
            <a:ext cx="587573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technically feasible using modern web and software technologies.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low development and implementation cost compared to traditional systems.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easy to operate and designed to be user-friendly.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developed and deployed within a limited time frame.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major legal or regulatory restrictions for implementation.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suitable for integration into smart city environments. </a:t>
            </a:r>
          </a:p>
          <a:p>
            <a:pPr algn="just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0E6A6-45C1-EF1A-01E4-9763316932FC}"/>
              </a:ext>
            </a:extLst>
          </p:cNvPr>
          <p:cNvSpPr txBox="1"/>
          <p:nvPr/>
        </p:nvSpPr>
        <p:spPr>
          <a:xfrm>
            <a:off x="7215809" y="1054255"/>
            <a:ext cx="2623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DA8363B-F00F-00ED-3439-EF22BFFC82B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23991" y="1601472"/>
            <a:ext cx="530086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high demand in crowded urban and metropolitan areas.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revenue through parking bookings and service charges.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save time and fuel by reducing unnecessary searching.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and can be expanded to multiple locations and cities.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long-term sustainability and efficient resource utilization.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improves overall parking efficiency and management.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B2F730-B9DE-68BB-2E07-D2EDFD94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35" y="892454"/>
            <a:ext cx="846822" cy="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3426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5147761F-D12E-B459-41D0-D3B2C736E9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940" y="35687"/>
            <a:ext cx="2612210" cy="7078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Rapidash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54C4A-29B5-C1BF-CF43-77446441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23" y="1030316"/>
            <a:ext cx="577565" cy="577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D6A55-11A1-3FD1-8D2B-5A104F53DB3A}"/>
              </a:ext>
            </a:extLst>
          </p:cNvPr>
          <p:cNvSpPr txBox="1"/>
          <p:nvPr/>
        </p:nvSpPr>
        <p:spPr>
          <a:xfrm>
            <a:off x="943818" y="1084661"/>
            <a:ext cx="1843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6" descr="Factory - Free ecology and environment icons">
            <a:extLst>
              <a:ext uri="{FF2B5EF4-FFF2-40B4-BE49-F238E27FC236}">
                <a16:creationId xmlns:a16="http://schemas.microsoft.com/office/drawing/2014/main" id="{6059C39B-8251-8175-5BEE-C0EAE0570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965" y="1005172"/>
            <a:ext cx="655638" cy="48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7C57F0-F47D-2637-AEBB-3C098B91C197}"/>
              </a:ext>
            </a:extLst>
          </p:cNvPr>
          <p:cNvSpPr txBox="1"/>
          <p:nvPr/>
        </p:nvSpPr>
        <p:spPr>
          <a:xfrm>
            <a:off x="7634703" y="1035388"/>
            <a:ext cx="1843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51A07-D268-EB66-EB97-CC8391EA8214}"/>
              </a:ext>
            </a:extLst>
          </p:cNvPr>
          <p:cNvSpPr txBox="1"/>
          <p:nvPr/>
        </p:nvSpPr>
        <p:spPr>
          <a:xfrm>
            <a:off x="228600" y="1749268"/>
            <a:ext cx="544664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traffic congestion by minimizing unnecessary searching.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find parking slots quickly and easily.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saves fuel and reduces overall cost.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time efficiency for users.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user convenience through digital access.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smart city development and automation.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digital parking management.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overall parking space utilization. </a:t>
            </a:r>
          </a:p>
          <a:p>
            <a:endParaRPr lang="en-US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716E3C8D-12A6-0CC7-E14C-E35470E22C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50200" y="1485305"/>
            <a:ext cx="554272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traffic congestion by optimizing parking search.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saves fuel and reduces overall travel cost.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decreases air pollution and carbon emissions.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saves time by providing quick access to parking slots.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user convenience through easy booking options.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smart city development and digital infrastructure.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ensures efficient utilization of available parking space. 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401501" y="1187052"/>
            <a:ext cx="2401611" cy="329422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BE4580E-F513-A907-C8DB-2D57A57CD3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4949" y="214950"/>
            <a:ext cx="2578494" cy="6289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Rapidash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6F207-3DDF-0C21-E26F-AFF09E84A553}"/>
              </a:ext>
            </a:extLst>
          </p:cNvPr>
          <p:cNvSpPr txBox="1"/>
          <p:nvPr/>
        </p:nvSpPr>
        <p:spPr>
          <a:xfrm>
            <a:off x="-108001" y="1503798"/>
            <a:ext cx="64401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BA17D-EAA5-19BC-1D86-283C7C97C2FE}"/>
              </a:ext>
            </a:extLst>
          </p:cNvPr>
          <p:cNvSpPr txBox="1"/>
          <p:nvPr/>
        </p:nvSpPr>
        <p:spPr>
          <a:xfrm>
            <a:off x="583149" y="1141777"/>
            <a:ext cx="5174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800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59824-93E2-2C3A-B797-3A53CA685773}"/>
              </a:ext>
            </a:extLst>
          </p:cNvPr>
          <p:cNvSpPr txBox="1"/>
          <p:nvPr/>
        </p:nvSpPr>
        <p:spPr>
          <a:xfrm>
            <a:off x="6096000" y="1589478"/>
            <a:ext cx="57958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Parking Management System provides an efficient and automated solution to overcome the challenges of traditional parking systems.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reducing traffic congestion, saving time, and minimizing fuel consumption, making daily commuting easier for users.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contributes to environmental sustainability by reducing unnecessary vehicle movement and pollution.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supports the concept of smart cities by introducing digital and intelligent infrastructure for urban management.</a:t>
            </a:r>
          </a:p>
        </p:txBody>
      </p:sp>
      <p:pic>
        <p:nvPicPr>
          <p:cNvPr id="8" name="Picture 8" descr="Conclusion icons for free download | Freepik">
            <a:extLst>
              <a:ext uri="{FF2B5EF4-FFF2-40B4-BE49-F238E27FC236}">
                <a16:creationId xmlns:a16="http://schemas.microsoft.com/office/drawing/2014/main" id="{A99D99D9-6291-5E0A-CE2F-8BA2674F8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215" y="1077141"/>
            <a:ext cx="778328" cy="58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79CDFC-48CF-D584-32F4-1DC88823E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48" y="1201210"/>
            <a:ext cx="610547" cy="525000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996E092F-3BB4-8769-8753-BC0010E5DCD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481" y="1520652"/>
            <a:ext cx="517463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use AI for predicting parking availability.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integrate IoT sensors for real-time slot detection.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connected with GPS and navigation systems.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 EV charging-enabled parking slots.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include Automatic Number Plate Recognition (ANPR).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enable smart automation and contactless entry systems.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B052-557F-F18B-B441-34175BD3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FB03A-3E1E-AED0-12AA-1272F3F6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97890-CD74-4B38-CD0A-5C6348B2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3EE29-AC78-5B0E-93BD-536F4EB266D6}"/>
              </a:ext>
            </a:extLst>
          </p:cNvPr>
          <p:cNvSpPr txBox="1"/>
          <p:nvPr/>
        </p:nvSpPr>
        <p:spPr>
          <a:xfrm>
            <a:off x="-108001" y="1503798"/>
            <a:ext cx="64401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5BB95-52CB-BDA5-EEFC-0B68226B7B9E}"/>
              </a:ext>
            </a:extLst>
          </p:cNvPr>
          <p:cNvSpPr txBox="1"/>
          <p:nvPr/>
        </p:nvSpPr>
        <p:spPr>
          <a:xfrm>
            <a:off x="3019839" y="1101581"/>
            <a:ext cx="6152320" cy="3949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916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F6A8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2434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8400</TotalTime>
  <Words>666</Words>
  <Application>Microsoft Office PowerPoint</Application>
  <PresentationFormat>Widescreen</PresentationFormat>
  <Paragraphs>101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Calibri</vt:lpstr>
      <vt:lpstr>Courier New</vt:lpstr>
      <vt:lpstr>Garamond</vt:lpstr>
      <vt:lpstr>Times New Roman</vt:lpstr>
      <vt:lpstr>Times New Roman Bold</vt:lpstr>
      <vt:lpstr>TradeGothic</vt:lpstr>
      <vt:lpstr>Wingdings</vt:lpstr>
      <vt:lpstr>Office Theme</vt:lpstr>
      <vt:lpstr>HACKSPECTRA  HACKATHON  2026</vt:lpstr>
      <vt:lpstr> </vt:lpstr>
      <vt:lpstr>TECHNICAL APPROACH</vt:lpstr>
      <vt:lpstr>FEASIBILITY AND VIABILITY</vt:lpstr>
      <vt:lpstr>IMPACT AND BENEFITS</vt:lpstr>
      <vt:lpstr>CONCLUSION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abhaytak06@gmail.com</cp:lastModifiedBy>
  <cp:revision>169</cp:revision>
  <dcterms:created xsi:type="dcterms:W3CDTF">2013-12-12T18:46:50Z</dcterms:created>
  <dcterms:modified xsi:type="dcterms:W3CDTF">2026-04-04T08:14:33Z</dcterms:modified>
</cp:coreProperties>
</file>